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0" r:id="rId4"/>
    <p:sldId id="258" r:id="rId5"/>
    <p:sldId id="259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8B950-01F7-4030-881C-F7092FC6E7AA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8F9BE8-4E92-48C0-B4F1-1E42436C8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66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F9BE8-4E92-48C0-B4F1-1E42436C855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384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179F6-5E4E-280E-94ED-ADFCFE996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E195FF-FBBD-DE97-76A7-FB39D0D55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A2C48-46CD-157E-FF4D-49B739442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4DDF-F386-446C-A3B2-798EE3D3A6FE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40E55-0C57-992C-C4AB-28DAE74A4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0E733-B45B-5F73-19A2-4BAA4894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146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7E4DD-5C8B-7AD9-BA44-54BF37559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3AA7A-7CC7-161D-7E1B-9BC277440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24BFC-F072-018B-6A85-D40CEFBDB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4DDF-F386-446C-A3B2-798EE3D3A6FE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69553-746F-DA5E-D2C6-E3CF2BFC4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0FB4E-80F3-2F3F-A2CC-2EC484963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39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B8E8C-47D6-042A-AEFD-F99706548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8A3D1-F010-79BA-2999-98F52A4D3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5EDAC-2781-2327-DBEE-3963D3A7E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4DDF-F386-446C-A3B2-798EE3D3A6FE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D5CA3-B59F-5CCC-4E46-AB50328F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76DE9-C6FE-E671-AB52-DC8F533B5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340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941EB-A4C5-96E4-D359-40A1B39A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317E9-D3A7-708A-BD01-7DDC89A18F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00ED2-390B-056D-5371-1A8C6EC74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DE8CF-EF2C-1C83-7AE5-919922878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4DDF-F386-446C-A3B2-798EE3D3A6FE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584A5-F894-4773-678B-DB3A1EC73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96744-AA8C-6932-73E6-8C5D5365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848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AEB5B-02D1-66BD-6B09-47EAB3A67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E3683-65CB-4FEF-1335-C04691A3E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0D3A9-E036-4063-5746-E9FAA70C8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727E0C-5E48-9403-0A8B-9484A205B7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2AD521-53B4-8414-F206-6368CE51A6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023520-0374-97C3-8826-1A4910267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4DDF-F386-446C-A3B2-798EE3D3A6FE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AAA559-6343-679C-1C5E-94282947E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44BD8-D9ED-5106-F724-D3FDBA2E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490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4F80E-9134-50E0-D1C4-8FEB97C67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47B660-DEC9-96BD-A041-3D7E2ED81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4DDF-F386-446C-A3B2-798EE3D3A6FE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F72BD6-4184-FF85-EDE3-005E017A7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804F15-DE6A-7F16-296C-49AEEA1B4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522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B83100-1E4B-10CB-4E69-4D707DA69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4DDF-F386-446C-A3B2-798EE3D3A6FE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7F7C35-65E6-A9CF-9025-D4F4E884F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FFEC5-130B-BD68-9EC1-A2741AD2E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039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7DA62-F678-1440-914A-CC79FF565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82A1D-506C-3929-18A8-12BE77A0B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0086A4-0A48-60EC-3EBD-3202285E5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D1CF0-05E0-26E7-3016-2ED0F37F9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4DDF-F386-446C-A3B2-798EE3D3A6FE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1CAFF-632B-11AF-FF6C-DAC857A31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B29222-B72C-2198-CAD3-ADCB13B83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165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9A710-0816-3C85-0F10-483FD1ABF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4B539C-622F-C270-AF14-750BD33CAE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9BC03-C146-3357-688B-BB512B7FA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3D5CD-6B40-7E72-098D-921B13741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4DDF-F386-446C-A3B2-798EE3D3A6FE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D94EA-AA36-3817-2E8B-487C717A8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1CD61B-3E5E-CCA1-C0D5-A4DD50157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120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A261D-EC85-B421-2C67-D57F0FDF5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A3020-ED70-A40F-1211-22B8B7979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0D612-E136-4C16-8C25-FD7F40776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4DDF-F386-446C-A3B2-798EE3D3A6FE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E717C-7994-04CE-F76B-4B0BF76AD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3C4AC-72A0-CC63-8AE8-A38420F91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58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104A11-3C85-B3FB-50F0-4CEEB73B9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EE096-B7DA-EAA9-33AE-FE31A49B2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401D6-C3FC-2637-3B26-6C9D9B758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4DDF-F386-446C-A3B2-798EE3D3A6FE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38E52-348E-6891-2AA6-D2CEFAAF1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9958A-CD71-707B-EEE3-D2DD0A724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196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4AFB50-F0FD-510F-72E8-050AB77DE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923DF-64D8-90B7-61AD-D7C0C8D0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4EF39-5256-6AE5-5C81-D1DE54B0D6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94DDF-F386-446C-A3B2-798EE3D3A6FE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4188D-C385-52FE-A992-C5CB3E91E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F512D-68CC-9707-7E0A-97CBDA45E0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453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7D641-2D5B-917B-7B1E-45D3D8FC6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IN" sz="4800">
                <a:solidFill>
                  <a:srgbClr val="FFFFFF"/>
                </a:solidFill>
              </a:rPr>
              <a:t>sneakertail.online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CEF06C-6336-D4E6-2046-8373EE273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IN" dirty="0"/>
              <a:t>Azure Cloud Infrastructure &amp; Deployment</a:t>
            </a:r>
          </a:p>
        </p:txBody>
      </p:sp>
    </p:spTree>
    <p:extLst>
      <p:ext uri="{BB962C8B-B14F-4D97-AF65-F5344CB8AC3E}">
        <p14:creationId xmlns:p14="http://schemas.microsoft.com/office/powerpoint/2010/main" val="3139429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5CF6D7-B55E-75A7-9331-DF757C7A4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45FAC-8DF6-6379-D716-C261D4C01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 err="1"/>
              <a:t>Sneakertail</a:t>
            </a:r>
            <a:r>
              <a:rPr lang="en-US" sz="2000" dirty="0"/>
              <a:t> demonstrates how to deploy a small e-commerce application on Azure using segmented networking, private backend services, a public Application Gateway, path-based routing, host-name based routing, private database access, autoscaling frontend compute, and a controlled management entry point.</a:t>
            </a:r>
          </a:p>
        </p:txBody>
      </p:sp>
    </p:spTree>
    <p:extLst>
      <p:ext uri="{BB962C8B-B14F-4D97-AF65-F5344CB8AC3E}">
        <p14:creationId xmlns:p14="http://schemas.microsoft.com/office/powerpoint/2010/main" val="1656463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9DDC07-7F3D-3B6C-03F7-B25E2465BA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1144" y="365125"/>
            <a:ext cx="9897465" cy="6127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1AEEB4-1053-3260-ED57-6C22FAAE4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0472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0878A7-FF81-8F64-D45F-B9A0E7F09E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8830" y="457200"/>
            <a:ext cx="1121433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826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D9376C-DE5B-5A00-9E59-146E61AF06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68630"/>
            <a:ext cx="11277600" cy="592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873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086F7-0065-426C-CBBB-843C198FA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GoDaddy Records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8818AFD-6BDD-4F67-276C-44F6D2843C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59255"/>
            <a:ext cx="10515600" cy="388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560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B5D8135-833A-6291-BDB0-FECB89B6FB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64" y="298185"/>
            <a:ext cx="8105672" cy="626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789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842D55-924E-FBD1-4817-76E8A43820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852678"/>
            <a:ext cx="10905066" cy="515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6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CBB5C7-E7B6-55AC-0CE3-5ACCDAB81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74479FB8-8FE5-9CB8-78F2-F9284E46FF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78391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61</Words>
  <Application>Microsoft Office PowerPoint</Application>
  <PresentationFormat>Widescreen</PresentationFormat>
  <Paragraphs>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sneakertail.online</vt:lpstr>
      <vt:lpstr>Objective</vt:lpstr>
      <vt:lpstr>Architecture</vt:lpstr>
      <vt:lpstr>PowerPoint Presentation</vt:lpstr>
      <vt:lpstr>PowerPoint Presentation</vt:lpstr>
      <vt:lpstr>GoDaddy Records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Muhammed Sinan(UST,IN)</dc:creator>
  <cp:lastModifiedBy>Muhammed Sinan(UST,IN)</cp:lastModifiedBy>
  <cp:revision>2</cp:revision>
  <dcterms:created xsi:type="dcterms:W3CDTF">2026-05-26T06:54:42Z</dcterms:created>
  <dcterms:modified xsi:type="dcterms:W3CDTF">2026-05-26T10:52:57Z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2026-05-26T06:54:42Z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0b42a321-1072-400c-9bed-94fdfbd68c0d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